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914400"/>
            <a:ext cx="3200400" cy="3200400"/>
          </a:xfrm>
          <a:prstGeom prst="ellipse">
            <a:avLst/>
          </a:prstGeom>
          <a:solidFill>
            <a:srgbClr val="7B61FF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Myot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Own TV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너만의 TV를 만드세요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TV 홈 화면을 창조하는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Vibe Decorating 플랫폼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|  TV UX Innovation  |  AI-Powered Personalization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TV는 왜 아직도 제조사가 만든 화면만 보여줄까?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468880" cy="30175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246888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홈 화면 자유 구성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위젯 드래그 앤 드롭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테마 마켓 활발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사용자 생태계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37560" y="1371600"/>
            <a:ext cx="2468880" cy="30175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37560" y="1371600"/>
            <a:ext cx="246888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459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3756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스마트워치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52044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워치페이스 커스텀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컴플리케이션 배치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페이스 마켓 판매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크리에이터 수익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371600"/>
            <a:ext cx="2468880" cy="3017520"/>
          </a:xfrm>
          <a:prstGeom prst="rect">
            <a:avLst/>
          </a:prstGeom>
          <a:solidFill>
            <a:srgbClr val="1A10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371600"/>
            <a:ext cx="246888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459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 TV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40080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제조사 고정 UI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위젯 배치 불가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테마 마켓 없음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개인화 전무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TV만 개인화의 사각지대에 놓여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Solution: Vibe Decorating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말하면 만들어지는 TV 홈 화면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114800" cy="329184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54480" y="1463040"/>
            <a:ext cx="2743200" cy="457200"/>
          </a:xfrm>
          <a:prstGeom prst="roundRect">
            <a:avLst>
              <a:gd name="adj" fmla="val 30000"/>
            </a:avLst>
          </a:prstGeom>
          <a:solidFill>
            <a:srgbClr val="0066FF"/>
          </a:solidFill>
          <a:ln/>
        </p:spPr>
      </p:sp>
      <p:sp>
        <p:nvSpPr>
          <p:cNvPr id="8" name="Text 5"/>
          <p:cNvSpPr/>
          <p:nvPr/>
        </p:nvSpPr>
        <p:spPr>
          <a:xfrm>
            <a:off x="164592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왼쪽에 아내 사진 넣어줘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3017520" cy="640080"/>
          </a:xfrm>
          <a:prstGeom prst="roundRect">
            <a:avLst>
              <a:gd name="adj" fmla="val 21429"/>
            </a:avLst>
          </a:prstGeom>
          <a:solidFill>
            <a:srgbClr val="1E264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Google Photos에서 사진을 선택했어요.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60%에 배치할게요!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71600" y="2834640"/>
            <a:ext cx="2926080" cy="457200"/>
          </a:xfrm>
          <a:prstGeom prst="roundRect">
            <a:avLst>
              <a:gd name="adj" fmla="val 30000"/>
            </a:avLst>
          </a:prstGeom>
          <a:solidFill>
            <a:srgbClr val="0066FF"/>
          </a:solidFill>
          <a:ln/>
        </p:spPr>
      </p:sp>
      <p:sp>
        <p:nvSpPr>
          <p:cNvPr id="12" name="Text 9"/>
          <p:cNvSpPr/>
          <p:nvPr/>
        </p:nvSpPr>
        <p:spPr>
          <a:xfrm>
            <a:off x="146304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 테마, 투명도 50%로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3429000"/>
            <a:ext cx="3017520" cy="457200"/>
          </a:xfrm>
          <a:prstGeom prst="roundRect">
            <a:avLst>
              <a:gd name="adj" fmla="val 30000"/>
            </a:avLst>
          </a:prstGeom>
          <a:solidFill>
            <a:srgbClr val="1E264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다크 테마 적용 완료! 미리보기 확인하세요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1520" y="4069080"/>
            <a:ext cx="3566160" cy="365760"/>
          </a:xfrm>
          <a:prstGeom prst="roundRect">
            <a:avLst>
              <a:gd name="adj" fmla="val 25000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096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위젯을 고르는 게 아니라, 말하면 만들어진다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0" y="1280160"/>
            <a:ext cx="3931920" cy="713232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280160"/>
            <a:ext cx="54864" cy="713232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3560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Widget Factory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57784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요구사항을 말하면 위젯이 즉석에서 생성됩니다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46320" y="2121408"/>
            <a:ext cx="3931920" cy="713232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46320" y="2121408"/>
            <a:ext cx="54864" cy="713232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276856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77840" y="2194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Voice-First UX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57784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리모컨 대신 음성으로 모든 것을 제어합니다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846320" y="2962656"/>
            <a:ext cx="3931920" cy="713232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846320" y="2962656"/>
            <a:ext cx="54864" cy="713232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1810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77840" y="3035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Context-Aware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577840" y="3328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시간/사용자/날씨에 따라 자동 변환됩니다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846320" y="3803904"/>
            <a:ext cx="3931920" cy="713232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846320" y="3803904"/>
            <a:ext cx="54864" cy="713232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959352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577840" y="3877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Market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5577840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레이아웃을 만들고 판매합니다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차별화 시나리오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4114800" cy="384048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411480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Living Widget: 러닝 코치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오늘의 러닝 경로가 TV에 표시됨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"이 정도면 가뿐한데? 더 늘려도 되겠어"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"대단하시네요! 1km 늘려볼까요?"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한강뷰 코스  +120 kcal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카페 투어 코스  +95 kcal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피톤치드 코스  +180 kcal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심박수 기반 페이스 조절 추천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846320" y="914400"/>
            <a:ext cx="3931920" cy="173736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46320" y="914400"/>
            <a:ext cx="393192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세대 연결 위젯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2920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패밀리 포토 월 자동 슬라이드쇼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손주 사진 터치 → 즉시 영상통화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복약 알림 + 건강 대시보드 큰 글씨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AI 말벗: TV가 대화 상대가 되어주는 모드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846320" y="2880360"/>
            <a:ext cx="3931920" cy="18745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46320" y="2880360"/>
            <a:ext cx="3931920" cy="54864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632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Mood Sync &amp; 스마트홈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029200" y="3474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"영화 모드" → 조명+배경+사운드 자동 세팅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"파티 모드" → 네온+음악+IoT 조명 싱크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"집중 모드" → 알림 차단+타이머+최소 UI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비 오는 날 → 실내 운동 추천 자동 표시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&amp; Roadmap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Streams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114800" cy="658368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Marketplace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프리미엄 레이아웃 판매 수수료 30%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4114800" cy="658368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148840"/>
            <a:ext cx="54864" cy="65836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Subscription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AI + 무제한 위젯 + 멀티스크린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4114800" cy="658368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926080"/>
            <a:ext cx="54864" cy="658368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License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3273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제조사에 Myot 엔진 라이선스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703320"/>
            <a:ext cx="4114800" cy="658368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703320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Creator Economy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" y="4050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디자이너 레이아웃 UGC 생태계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166360" y="1417320"/>
            <a:ext cx="27432" cy="3200400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24" name="Shape 21"/>
          <p:cNvSpPr/>
          <p:nvPr/>
        </p:nvSpPr>
        <p:spPr>
          <a:xfrm>
            <a:off x="5047488" y="1481328"/>
            <a:ext cx="256032" cy="25603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5047488" y="14996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3M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8640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편집 + 기본 위젯 10종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47488" y="2286000"/>
            <a:ext cx="256032" cy="256032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9" name="Text 26"/>
          <p:cNvSpPr/>
          <p:nvPr/>
        </p:nvSpPr>
        <p:spPr>
          <a:xfrm>
            <a:off x="5047488" y="23042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6M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48640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 마켓 + 디자이너 온보딩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47488" y="3090672"/>
            <a:ext cx="256032" cy="256032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33" name="Text 30"/>
          <p:cNvSpPr/>
          <p:nvPr/>
        </p:nvSpPr>
        <p:spPr>
          <a:xfrm>
            <a:off x="5047488" y="31089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9M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486400" y="3026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Living Widget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86400" y="33009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웨어러블/IoT 연동 + 컨텍스트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47488" y="3895344"/>
            <a:ext cx="256032" cy="25603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7" name="Text 34"/>
          <p:cNvSpPr/>
          <p:nvPr/>
        </p:nvSpPr>
        <p:spPr>
          <a:xfrm>
            <a:off x="5047488" y="3913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12M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486400" y="3831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Multi-Screen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486400" y="41056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 내 멀티 디스플레이 통합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E2640"/>
          </a:solidFill>
          <a:ln/>
        </p:spPr>
      </p:sp>
      <p:sp>
        <p:nvSpPr>
          <p:cNvPr id="41" name="Text 3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"위젯을 고르는 게 아니라, 말하면 만들어진다"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폰이 그랬고,  ⌚ 워치가 그랬듯이,  📺 이제 TV 차례다.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Myot - Make Your Own TV</dc:title>
  <dc:subject>PptxGenJS Presentation</dc:subject>
  <dc:creator>Myot Team</dc:creator>
  <cp:lastModifiedBy>Myot Team</cp:lastModifiedBy>
  <cp:revision>1</cp:revision>
  <dcterms:created xsi:type="dcterms:W3CDTF">2026-04-13T06:49:16Z</dcterms:created>
  <dcterms:modified xsi:type="dcterms:W3CDTF">2026-04-13T06:49:16Z</dcterms:modified>
</cp:coreProperties>
</file>